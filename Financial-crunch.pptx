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1"/>
  </p:sldMasterIdLst>
  <p:sldIdLst>
    <p:sldId id="256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DC4F-24A4-4CFA-ADDF-C080E21F78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418B28-2707-4C80-8EA2-54B0E6A566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A859E-AEAD-42FE-9B23-DA75D9654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CEA895-D440-4614-B182-607342046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AC3C7A-80EC-47BA-9D8F-DE4632E5F7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7587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F0C2E1-F1DE-44CC-9F92-0028CE5E3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FA43A-33B5-4C74-B8D1-BCD0E3388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161175-7167-4BC8-B57C-6E4A119AA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02D4FE-F1DC-4DD3-A94A-E06CB08A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6E9E6C-4CFE-4485-8475-EF8F18DF6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9305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CFD46-648F-441A-89D4-EF1CCE639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85ECE6-F8B9-433B-AD47-BC33C435F6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EDB90-5FA3-4AE4-AF18-DE4A2D05B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0F0EA-629C-4FFC-89B0-FDC4FC8D4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FAD897-3693-4350-BFE3-78CC78AA2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5003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76EF5B-81AF-4A68-8CFA-5019C184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EACA5-C6DB-491F-B0FD-AFAF66F922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8B5DE-42C0-42D9-9B20-745A6DDA6D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CBD792-394D-4616-BF41-B204E46FA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567C8-7D4C-4611-90EA-926B8FD78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8B9F38-A159-430E-8852-9C83DB7A6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974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46E1-96BE-44A1-ACBE-23324980A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F7C616-B2B3-4A42-9EFF-2277E85CF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175413-8F5B-4F52-95BA-C6E0344AE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9FD027-8629-4D4C-8F35-A07BE019F3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AD6908-195B-4F05-9D61-3E33110F55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057F7E-86D2-4F5C-BCC9-46211AB68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DC1634A-319C-4637-A40F-13D656560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FA1A508-6088-480C-ACDA-CAF769ABF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047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1DA17-ED65-491D-937D-51345DAE8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7E3B69-A289-47B1-931E-106C2C5B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583A8E-DF50-453A-B103-F0045523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0F8868-C996-4DBF-9F14-F1CCE8D83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3068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123F7-9EB9-49BE-B998-723C09ED1C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335CA01-90BB-4375-BF3D-2E3B00ED5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0D31D2-3CA7-45F1-9325-FB51EBD0E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0332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2A4D-A8A7-4148-BF11-D294F224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5DADB-9CE6-4F05-975D-A9B4AEDB3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75876-7381-4BA8-8203-C2FF41C76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95144-BFE6-4A82-85E9-3C8278D14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0DF1BA-E6D7-4BB0-8F6B-818786891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4A2B24-DC9B-4547-BF01-A6F5D55CD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5455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8E04-5256-419C-86BB-EB7818CE7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DC1FB7-F415-4EBF-B9D0-68D30FF48D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D69BA6-71F5-48AF-893C-DBD4C08A62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6334E5-279D-409B-B46B-A5CDE91F7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776529-4DCB-4E13-A345-5C37CEC656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94460D-5F5C-459A-9334-0076221DC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1520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0CD7C-D901-4200-84A3-161DE7864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85DDCA-79EB-4111-91E4-AD4146A504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0B0F8-1265-4465-BEDB-308D51C0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A94D21-8FD1-41C9-A431-EAAB165AF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88285E-5DA1-4782-99CC-5D8E6C35E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5704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01613E-6C49-4F2F-BD89-2CA8761560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7BD9B1-20DA-4D03-B62C-117379168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AA9BE-4E7D-42AF-AD6B-D5F395531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FD15A-8D28-4DBA-B597-1460BB22CD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141D46-6749-4BD0-870E-EBFD3A914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739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7E4673-EC05-4591-B78A-1EA1F4829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0D303-2DAB-49BD-9188-EFC359700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72E3D-0EA4-455A-889C-C0A4E03F3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47244-23B7-4795-8E71-D26581CDEC16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4190B-0AEF-423C-8B65-054F9491A4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1FCAD-4AE5-4D88-A6EE-3B9C24BF4C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130D9-FE00-434F-9E55-F866F1D573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19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DFA8170-E0F2-485F-8C41-2F684B3B3353}"/>
              </a:ext>
            </a:extLst>
          </p:cNvPr>
          <p:cNvSpPr txBox="1"/>
          <p:nvPr/>
        </p:nvSpPr>
        <p:spPr>
          <a:xfrm>
            <a:off x="2021840" y="2649399"/>
            <a:ext cx="6553200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IN" sz="3600" b="1" dirty="0">
                <a:solidFill>
                  <a:schemeClr val="accent6">
                    <a:lumMod val="75000"/>
                  </a:schemeClr>
                </a:solidFill>
                <a:latin typeface="Arial Black" panose="020B0A04020102020204" pitchFamily="34" charset="0"/>
                <a:cs typeface="Calibri Light" panose="020F0302020204030204" pitchFamily="34" charset="0"/>
              </a:rPr>
              <a:t>Financial-Crunch-Project</a:t>
            </a:r>
          </a:p>
        </p:txBody>
      </p:sp>
    </p:spTree>
    <p:extLst>
      <p:ext uri="{BB962C8B-B14F-4D97-AF65-F5344CB8AC3E}">
        <p14:creationId xmlns:p14="http://schemas.microsoft.com/office/powerpoint/2010/main" val="7273856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E6053-F73D-EE49-10BC-759079D52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4000" dirty="0"/>
              <a:t>Year wise loan amount Stats</a:t>
            </a:r>
          </a:p>
          <a:p>
            <a:pPr marL="342900" indent="-342900">
              <a:buFont typeface="+mj-lt"/>
              <a:buAutoNum type="arabicPeriod"/>
            </a:pPr>
            <a:endParaRPr lang="en-IN" sz="4000" dirty="0"/>
          </a:p>
          <a:p>
            <a:pPr marL="342900" indent="-342900">
              <a:buFont typeface="+mj-lt"/>
              <a:buAutoNum type="arabicPeriod"/>
            </a:pPr>
            <a:r>
              <a:rPr lang="en-IN" sz="4000" dirty="0"/>
              <a:t>Grade and sub grade wise revol_bal</a:t>
            </a:r>
          </a:p>
          <a:p>
            <a:pPr marL="342900" indent="-342900">
              <a:buFont typeface="+mj-lt"/>
              <a:buAutoNum type="arabicPeriod"/>
            </a:pPr>
            <a:endParaRPr lang="en-IN" sz="4000" dirty="0"/>
          </a:p>
          <a:p>
            <a:pPr marL="342900" indent="-342900">
              <a:buFont typeface="+mj-lt"/>
              <a:buAutoNum type="arabicPeriod"/>
            </a:pPr>
            <a:r>
              <a:rPr lang="en-IN" sz="4000" dirty="0"/>
              <a:t>Total Payment for Verified Status Vs Total Payment for Non Verified Status</a:t>
            </a:r>
          </a:p>
          <a:p>
            <a:pPr marL="342900" indent="-342900">
              <a:buFont typeface="+mj-lt"/>
              <a:buAutoNum type="arabicPeriod"/>
            </a:pPr>
            <a:endParaRPr lang="en-IN" sz="4000" dirty="0"/>
          </a:p>
          <a:p>
            <a:pPr marL="342900" indent="-342900">
              <a:buFont typeface="+mj-lt"/>
              <a:buAutoNum type="arabicPeriod"/>
            </a:pPr>
            <a:r>
              <a:rPr lang="en-IN" sz="4000" dirty="0"/>
              <a:t>State wise and </a:t>
            </a:r>
            <a:r>
              <a:rPr lang="en-IN" sz="4000" dirty="0" err="1"/>
              <a:t>last_credit_pull_d</a:t>
            </a:r>
            <a:r>
              <a:rPr lang="en-IN" sz="4000" dirty="0"/>
              <a:t> wise loan status</a:t>
            </a:r>
          </a:p>
          <a:p>
            <a:pPr marL="342900" indent="-342900">
              <a:buFont typeface="+mj-lt"/>
              <a:buAutoNum type="arabicPeriod"/>
            </a:pPr>
            <a:endParaRPr lang="en-IN" sz="4000" dirty="0"/>
          </a:p>
          <a:p>
            <a:pPr marL="342900" indent="-342900">
              <a:buFont typeface="+mj-lt"/>
              <a:buAutoNum type="arabicPeriod"/>
            </a:pPr>
            <a:r>
              <a:rPr lang="en-IN" sz="4000" dirty="0"/>
              <a:t>Home ownership Vs last payment date stats</a:t>
            </a:r>
          </a:p>
          <a:p>
            <a:pPr marL="342900" indent="-342900">
              <a:buFont typeface="+mj-lt"/>
              <a:buAutoNum type="arabicPeriod"/>
            </a:pPr>
            <a:endParaRPr lang="en-IN" sz="4000" dirty="0"/>
          </a:p>
          <a:p>
            <a:endParaRPr lang="en-IN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154F277-D0BA-53C9-155E-FE7506991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8200" y="116839"/>
            <a:ext cx="7807960" cy="11283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KPI’s</a:t>
            </a:r>
          </a:p>
        </p:txBody>
      </p:sp>
    </p:spTree>
    <p:extLst>
      <p:ext uri="{BB962C8B-B14F-4D97-AF65-F5344CB8AC3E}">
        <p14:creationId xmlns:p14="http://schemas.microsoft.com/office/powerpoint/2010/main" val="2998580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154</TotalTime>
  <Words>47</Words>
  <Application>Microsoft Office PowerPoint</Application>
  <PresentationFormat>Widescreen</PresentationFormat>
  <Paragraphs>11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Arial Black</vt:lpstr>
      <vt:lpstr>Calibri</vt:lpstr>
      <vt:lpstr>Calibri Light</vt:lpstr>
      <vt:lpstr>Office Theme</vt:lpstr>
      <vt:lpstr>PowerPoint Presentation</vt:lpstr>
      <vt:lpstr>KPI’s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Shubham Kabre</dc:creator>
  <cp:lastModifiedBy>ABDUL RAHMAN</cp:lastModifiedBy>
  <cp:revision>28</cp:revision>
  <dcterms:created xsi:type="dcterms:W3CDTF">2022-01-08T11:53:28Z</dcterms:created>
  <dcterms:modified xsi:type="dcterms:W3CDTF">2026-02-23T18:19:34Z</dcterms:modified>
</cp:coreProperties>
</file>